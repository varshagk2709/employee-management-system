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4421" r:id="rId3"/>
    <p:sldId id="4423" r:id="rId4"/>
    <p:sldId id="4424" r:id="rId5"/>
    <p:sldId id="4425" r:id="rId6"/>
    <p:sldId id="4426" r:id="rId7"/>
    <p:sldId id="4427" r:id="rId8"/>
    <p:sldId id="4428" r:id="rId9"/>
    <p:sldId id="4429" r:id="rId10"/>
    <p:sldId id="4430" r:id="rId11"/>
    <p:sldId id="4431" r:id="rId12"/>
    <p:sldId id="4432" r:id="rId13"/>
    <p:sldId id="4433" r:id="rId14"/>
    <p:sldId id="4434" r:id="rId15"/>
    <p:sldId id="4435" r:id="rId16"/>
    <p:sldId id="4436" r:id="rId17"/>
    <p:sldId id="44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56106-VARSHA G K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6" y="4136906"/>
            <a:ext cx="6780319" cy="1985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- Employee Management System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Team number - 20 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 Bold"/>
              </a:rPr>
              <a:t>INTRODUCTION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10330"/>
            <a:ext cx="115249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The Employee Management System is a web-based application designed to help organizations manage employee records efficiently.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187CC"/>
              </a:solidFill>
              <a:latin typeface="HK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The system provides a user-friendly interface for HR or administrators to perform CRUD (Create, Read, Update, Delete) operations on employee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187CC"/>
              </a:solidFill>
              <a:latin typeface="HK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 It eliminates manual record-keeping by centralizing employee information in a secure and structured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187CC"/>
              </a:solidFill>
              <a:latin typeface="HK Grotes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The frontend is developed using Angular, providing a responsive and interactive user experience with form validation and data tables. The backend is built with Spring Boot ,exposing RESTful APIs to handle business logic and database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187CC"/>
                </a:solidFill>
                <a:latin typeface="HK Grotesk"/>
              </a:rPr>
              <a:t>Spring Data JPA is used for seamless interaction with the relational database. The application is containerized using Docker and deployed on Microsoft Azure, ensuring scalability and easy deployment.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"/>
              </a:rPr>
              <a:t>Business Objectives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10330"/>
            <a:ext cx="115249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/>
                </a:solidFill>
                <a:latin typeface="HK Grotesk"/>
              </a:rPr>
              <a:t>Automate employee data management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/>
                </a:solidFill>
                <a:latin typeface="HK Grotesk"/>
              </a:rPr>
              <a:t>Improve data accuracy and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/>
                </a:solidFill>
                <a:latin typeface="HK Grotesk"/>
              </a:rPr>
              <a:t>Reduce manual administrative effort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/>
                </a:solidFill>
                <a:latin typeface="HK Grotesk"/>
              </a:rPr>
              <a:t>Enable quick access to employee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/>
                </a:solidFill>
                <a:latin typeface="HK Grotesk"/>
              </a:rPr>
              <a:t>Support future scalability and enhancements.</a:t>
            </a:r>
          </a:p>
        </p:txBody>
      </p:sp>
    </p:spTree>
    <p:extLst>
      <p:ext uri="{BB962C8B-B14F-4D97-AF65-F5344CB8AC3E}">
        <p14:creationId xmlns:p14="http://schemas.microsoft.com/office/powerpoint/2010/main" val="31948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"/>
              </a:rPr>
              <a:t>Technology Stack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10330"/>
            <a:ext cx="115249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Frontend Layer: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HTML, CSS, JavaScript (User Interface)</a:t>
            </a:r>
          </a:p>
          <a:p>
            <a:endParaRPr lang="en-US" sz="2800" dirty="0">
              <a:solidFill>
                <a:schemeClr val="accent4"/>
              </a:solidFill>
              <a:latin typeface="HK Grotesk"/>
            </a:endParaRP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Backend Layer: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Java, Spring Boot (Business Logic &amp; APIs)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Spring Data JPA (Persistence Layer)</a:t>
            </a:r>
          </a:p>
          <a:p>
            <a:endParaRPr lang="en-US" sz="2800" dirty="0">
              <a:solidFill>
                <a:schemeClr val="accent4"/>
              </a:solidFill>
              <a:latin typeface="HK Grotesk"/>
            </a:endParaRP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Database: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MySQL (Relational Database Management System)</a:t>
            </a:r>
          </a:p>
        </p:txBody>
      </p:sp>
    </p:spTree>
    <p:extLst>
      <p:ext uri="{BB962C8B-B14F-4D97-AF65-F5344CB8AC3E}">
        <p14:creationId xmlns:p14="http://schemas.microsoft.com/office/powerpoint/2010/main" val="357325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"/>
              </a:rPr>
              <a:t>Frontend Module Overview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10330"/>
            <a:ext cx="11524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4"/>
                </a:solidFill>
                <a:latin typeface="HK Grotesk"/>
              </a:rPr>
              <a:t>The frontend provides a user-friendly interface for administrators to manage employee records.</a:t>
            </a:r>
          </a:p>
          <a:p>
            <a:endParaRPr lang="en-US" sz="2400" dirty="0">
              <a:solidFill>
                <a:schemeClr val="accent4"/>
              </a:solidFill>
              <a:latin typeface="HK Grotesk"/>
            </a:endParaRPr>
          </a:p>
          <a:p>
            <a:r>
              <a:rPr lang="en-US" sz="2400" dirty="0">
                <a:solidFill>
                  <a:schemeClr val="accent4"/>
                </a:solidFill>
                <a:latin typeface="HK Grotesk"/>
              </a:rPr>
              <a:t>Key Responsibilities:</a:t>
            </a:r>
          </a:p>
          <a:p>
            <a:r>
              <a:rPr lang="en-US" sz="2400" dirty="0">
                <a:solidFill>
                  <a:schemeClr val="accent4"/>
                </a:solidFill>
                <a:latin typeface="HK Grotesk"/>
              </a:rPr>
              <a:t>• Display employee information in structured views</a:t>
            </a:r>
          </a:p>
          <a:p>
            <a:r>
              <a:rPr lang="en-US" sz="2400" dirty="0">
                <a:solidFill>
                  <a:schemeClr val="accent4"/>
                </a:solidFill>
                <a:latin typeface="HK Grotesk"/>
              </a:rPr>
              <a:t>• Capture and validate user input</a:t>
            </a:r>
          </a:p>
          <a:p>
            <a:r>
              <a:rPr lang="en-US" sz="2400" dirty="0">
                <a:solidFill>
                  <a:schemeClr val="accent4"/>
                </a:solidFill>
                <a:latin typeface="HK Grotesk"/>
              </a:rPr>
              <a:t>• Communicate with backend services via REST APIs</a:t>
            </a:r>
          </a:p>
        </p:txBody>
      </p:sp>
    </p:spTree>
    <p:extLst>
      <p:ext uri="{BB962C8B-B14F-4D97-AF65-F5344CB8AC3E}">
        <p14:creationId xmlns:p14="http://schemas.microsoft.com/office/powerpoint/2010/main" val="22802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"/>
              </a:rPr>
              <a:t>Backend Module Overview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10330"/>
            <a:ext cx="115249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The backend is responsible for handling business logic, data processing, and system security.</a:t>
            </a:r>
          </a:p>
          <a:p>
            <a:endParaRPr lang="en-US" sz="2800" dirty="0">
              <a:solidFill>
                <a:schemeClr val="accent4"/>
              </a:solidFill>
              <a:latin typeface="HK Grotesk"/>
            </a:endParaRP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Key Responsibilities: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Expose RESTful APIs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Perform CRUD operations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Handle exceptions and validations</a:t>
            </a:r>
          </a:p>
          <a:p>
            <a:r>
              <a:rPr lang="en-US" sz="2800" dirty="0">
                <a:solidFill>
                  <a:schemeClr val="accent4"/>
                </a:solidFill>
                <a:latin typeface="HK Grotesk"/>
              </a:rPr>
              <a:t>• Maintain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131243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400" b="1" dirty="0">
                <a:solidFill>
                  <a:schemeClr val="accent4"/>
                </a:solidFill>
                <a:latin typeface="HK Grotesk"/>
              </a:rPr>
              <a:t>Key Features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4"/>
                </a:solidFill>
                <a:latin typeface="HK Grotesk"/>
              </a:rPr>
              <a:t>• Centralized employee data management</a:t>
            </a:r>
          </a:p>
          <a:p>
            <a:r>
              <a:rPr lang="en-US" sz="3200" dirty="0">
                <a:solidFill>
                  <a:schemeClr val="accent4"/>
                </a:solidFill>
                <a:latin typeface="HK Grotesk"/>
              </a:rPr>
              <a:t>• Secure and structured REST APIs</a:t>
            </a:r>
          </a:p>
          <a:p>
            <a:r>
              <a:rPr lang="en-US" sz="3200" dirty="0">
                <a:solidFill>
                  <a:schemeClr val="accent4"/>
                </a:solidFill>
                <a:latin typeface="HK Grotesk"/>
              </a:rPr>
              <a:t>• Robust exception handling</a:t>
            </a:r>
          </a:p>
          <a:p>
            <a:r>
              <a:rPr lang="en-US" sz="3200" dirty="0">
                <a:solidFill>
                  <a:schemeClr val="accent4"/>
                </a:solidFill>
                <a:latin typeface="HK Grotesk"/>
              </a:rPr>
              <a:t>• Input validation and error control</a:t>
            </a:r>
          </a:p>
          <a:p>
            <a:r>
              <a:rPr lang="en-US" sz="3200" dirty="0">
                <a:solidFill>
                  <a:schemeClr val="accent4"/>
                </a:solidFill>
                <a:latin typeface="HK Grotesk"/>
              </a:rPr>
              <a:t>• Modular and maintainable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6541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1354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400" b="1" dirty="0">
                <a:solidFill>
                  <a:schemeClr val="accent4"/>
                </a:solidFill>
                <a:latin typeface="HK Grotesk"/>
              </a:rPr>
              <a:t>DevOps &amp; Deployment:</a:t>
            </a:r>
          </a:p>
          <a:p>
            <a:pPr>
              <a:spcBef>
                <a:spcPct val="0"/>
              </a:spcBef>
            </a:pPr>
            <a:endParaRPr lang="en-US" sz="4400" b="1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Containerizes frontend and backend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Ensures consistent environment across development and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Simplifies deployment process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Hosts backend Spring Boot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Hosts Angular frontend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Supports scalability and cloud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Enables easy application management.</a:t>
            </a:r>
          </a:p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9096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"/>
              </a:rPr>
              <a:t>Employee Management Running Application:</a:t>
            </a:r>
          </a:p>
          <a:p>
            <a:pPr>
              <a:spcBef>
                <a:spcPct val="0"/>
              </a:spcBef>
            </a:pPr>
            <a:endParaRPr lang="en-US" sz="4400" b="1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23B4D4-CA5C-427F-A62E-3D812534C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82" y="693684"/>
            <a:ext cx="11373435" cy="3948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A3478D-FDDF-454D-BD52-A159F155C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82" y="4641722"/>
            <a:ext cx="10316106" cy="17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4"/>
                </a:solidFill>
                <a:latin typeface="HK Grotesk"/>
              </a:rPr>
              <a:t>Employee Management Running Application:</a:t>
            </a:r>
          </a:p>
          <a:p>
            <a:pPr>
              <a:spcBef>
                <a:spcPct val="0"/>
              </a:spcBef>
            </a:pPr>
            <a:endParaRPr lang="en-US" sz="4400" b="1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A0C40-7410-482E-B5F1-36853B1A1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" y="903889"/>
            <a:ext cx="12135474" cy="511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2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"/>
              </a:rPr>
              <a:t>Employee Data in DB: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2EB73D-8836-4B0D-B6DD-26D5E0A38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96" y="805175"/>
            <a:ext cx="10307559" cy="58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56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"/>
              </a:rPr>
              <a:t>Postman Screenshots: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FDC6AF-F547-4147-8454-3BD391B3D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738"/>
            <a:ext cx="5959366" cy="55786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3A9267-773C-4813-8E6C-B9CDB55F0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2944"/>
            <a:ext cx="6096000" cy="565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9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"/>
              </a:rPr>
              <a:t>Docker Deployment: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12D050-4B58-40AB-9CF7-44975F0D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19" y="903891"/>
            <a:ext cx="11894161" cy="545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0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"/>
              </a:rPr>
              <a:t>Azure Deployment: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99820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750A24-5F78-4963-A5F1-459BBE0F1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4" y="805174"/>
            <a:ext cx="12084671" cy="559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54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"/>
              </a:rPr>
              <a:t>GitHub Actions: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83903"/>
            <a:ext cx="11524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accent4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B6C319-A7F4-46C1-8A02-D58FE0D9F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22" y="828541"/>
            <a:ext cx="11792556" cy="52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5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127392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"/>
              </a:rPr>
              <a:t>Conclusion: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483903"/>
            <a:ext cx="1152491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  <a:latin typeface="HK Grotesk"/>
              </a:rPr>
              <a:t>This project implements a </a:t>
            </a:r>
            <a:r>
              <a:rPr lang="en-US" sz="2400" b="1" dirty="0">
                <a:solidFill>
                  <a:schemeClr val="accent4"/>
                </a:solidFill>
                <a:latin typeface="HK Grotesk"/>
              </a:rPr>
              <a:t>full-stack Employee Management System</a:t>
            </a:r>
            <a:r>
              <a:rPr lang="en-US" sz="2400" dirty="0">
                <a:solidFill>
                  <a:schemeClr val="accent4"/>
                </a:solidFill>
                <a:latin typeface="HK Grotesk"/>
              </a:rPr>
              <a:t> using </a:t>
            </a:r>
            <a:r>
              <a:rPr lang="en-US" sz="2400" b="1" dirty="0">
                <a:solidFill>
                  <a:schemeClr val="accent4"/>
                </a:solidFill>
                <a:latin typeface="HK Grotesk"/>
              </a:rPr>
              <a:t>Angular, Spring Boot, and MySQL</a:t>
            </a:r>
            <a:r>
              <a:rPr lang="en-US" sz="2400" dirty="0">
                <a:solidFill>
                  <a:schemeClr val="accent4"/>
                </a:solidFill>
                <a:latin typeface="HK Grotesk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  <a:latin typeface="HK Grotesk"/>
              </a:rPr>
              <a:t>It supports complete CRUD operations with proper validation, REST API integration, and structured backend architecture.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/>
                </a:solidFill>
                <a:latin typeface="HK Grotesk"/>
              </a:rPr>
              <a:t>The system is scalable, maintainable, and reflects real-world enterprise application design</a:t>
            </a:r>
            <a:r>
              <a:rPr lang="en-US" sz="3200" dirty="0">
                <a:solidFill>
                  <a:schemeClr val="accent4"/>
                </a:solidFill>
                <a:latin typeface="HK Grotesk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0701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039007" y="1483903"/>
            <a:ext cx="97589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accent4"/>
                </a:solidFill>
                <a:latin typeface="HK Grotesk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982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3050</TotalTime>
  <Words>606</Words>
  <Application>Microsoft Office PowerPoint</Application>
  <PresentationFormat>Widescreen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VARSHA G K</cp:lastModifiedBy>
  <cp:revision>25</cp:revision>
  <dcterms:created xsi:type="dcterms:W3CDTF">2024-05-04T13:11:57Z</dcterms:created>
  <dcterms:modified xsi:type="dcterms:W3CDTF">2026-02-09T19:38:16Z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